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mpus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0"/>
            <a:ext cx="4069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92440" y="0"/>
            <a:ext cx="4069080" cy="6858000"/>
          </a:xfrm>
          <a:prstGeom prst="rect">
            <a:avLst/>
          </a:prstGeom>
          <a:solidFill>
            <a:srgbClr val="0A1128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822960"/>
            <a:ext cx="457200" cy="457200"/>
          </a:xfrm>
          <a:prstGeom prst="ellipse">
            <a:avLst/>
          </a:prstGeom>
          <a:ln w="19050">
            <a:solidFill>
              <a:srgbClr val="00C2A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80160" y="6126480"/>
            <a:ext cx="457200" cy="457200"/>
          </a:xfrm>
          <a:prstGeom prst="ellipse">
            <a:avLst/>
          </a:prstGeom>
          <a:ln w="19050">
            <a:solidFill>
              <a:srgbClr val="00C2A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0" y="1005840"/>
            <a:ext cx="457200" cy="457200"/>
          </a:xfrm>
          <a:prstGeom prst="ellipse">
            <a:avLst/>
          </a:prstGeom>
          <a:ln w="19050">
            <a:solidFill>
              <a:srgbClr val="00C2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0" y="5943600"/>
            <a:ext cx="457200" cy="457200"/>
          </a:xfrm>
          <a:prstGeom prst="ellipse">
            <a:avLst/>
          </a:prstGeom>
          <a:ln w="19050">
            <a:solidFill>
              <a:srgbClr val="00C2A8"/>
            </a:solidFill>
            <a:prstDash val="solid"/>
          </a:ln>
        </p:spPr>
      </p:sp>
      <p:pic>
        <p:nvPicPr>
          <p:cNvPr id="8" name="Image 1" descr="am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868680" cy="7863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5029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1554480"/>
            <a:ext cx="749808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2700000">
              <a:srgbClr val="00C2A8">
                <a:alpha val="6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FEST</a:t>
            </a:r>
            <a:endParaRPr lang="en-US" sz="7200" dirty="0"/>
          </a:p>
        </p:txBody>
      </p:sp>
      <p:sp>
        <p:nvSpPr>
          <p:cNvPr id="11" name="Text 7"/>
          <p:cNvSpPr/>
          <p:nvPr/>
        </p:nvSpPr>
        <p:spPr>
          <a:xfrm>
            <a:off x="457200" y="26974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Ideas Compile Into Innovation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78308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24th – 26th September 2026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617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78308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Kennedy Auditorium, AMU Campus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5120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783080" y="5120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Robotics · Tech Talks · Coding Contest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580644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00C2A8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58064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 STUDENTS INVITED!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663440" y="5897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at: itfest.amu.ac.in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2026-08-11T18:54:11Z</dcterms:created>
  <dcterms:modified xsi:type="dcterms:W3CDTF">2026-08-11T18:54:11Z</dcterms:modified>
</cp:coreProperties>
</file>