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mpus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0"/>
            <a:ext cx="7498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6D1B23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" name="Image 1" descr="am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96012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5760" y="2011680"/>
            <a:ext cx="402336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27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AMU</a:t>
            </a:r>
            <a:endParaRPr lang="en-US" sz="6600" dirty="0"/>
          </a:p>
        </p:txBody>
      </p:sp>
      <p:sp>
        <p:nvSpPr>
          <p:cNvPr id="8" name="Text 4"/>
          <p:cNvSpPr/>
          <p:nvPr/>
        </p:nvSpPr>
        <p:spPr>
          <a:xfrm>
            <a:off x="365760" y="2971800"/>
            <a:ext cx="41148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spc="200" kern="0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CHRONICLE</a:t>
            </a:r>
            <a:endParaRPr lang="en-US" sz="3400" dirty="0"/>
          </a:p>
        </p:txBody>
      </p:sp>
      <p:sp>
        <p:nvSpPr>
          <p:cNvPr id="9" name="Shape 5"/>
          <p:cNvSpPr/>
          <p:nvPr/>
        </p:nvSpPr>
        <p:spPr>
          <a:xfrm>
            <a:off x="457200" y="3886200"/>
            <a:ext cx="146304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Voices, Stories &amp; Achievements of a Living Legacy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490118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782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 2026: A New Chapter Begins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540410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5285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Fest Special: Innovation on Campus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590702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57881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Spotlight: Changing the World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309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42  |  ISSUE 01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2026-08-11T18:53:50Z</dcterms:created>
  <dcterms:modified xsi:type="dcterms:W3CDTF">2026-08-11T18:53:50Z</dcterms:modified>
</cp:coreProperties>
</file>