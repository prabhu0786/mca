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D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" y="320040"/>
            <a:ext cx="11521440" cy="6217920"/>
          </a:xfrm>
          <a:prstGeom prst="rect">
            <a:avLst/>
          </a:prstGeom>
          <a:ln w="38100">
            <a:solidFill>
              <a:srgbClr val="D4AF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457200"/>
            <a:ext cx="11247120" cy="5943600"/>
          </a:xfrm>
          <a:prstGeom prst="rect">
            <a:avLst/>
          </a:prstGeom>
          <a:ln w="12700">
            <a:solidFill>
              <a:srgbClr val="D4AF3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50976" y="8595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5" name="Shape 3"/>
          <p:cNvSpPr/>
          <p:nvPr/>
        </p:nvSpPr>
        <p:spPr>
          <a:xfrm>
            <a:off x="11100816" y="8595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6" name="Shape 4"/>
          <p:cNvSpPr/>
          <p:nvPr/>
        </p:nvSpPr>
        <p:spPr>
          <a:xfrm>
            <a:off x="950976" y="579729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7" name="Shape 5"/>
          <p:cNvSpPr/>
          <p:nvPr/>
        </p:nvSpPr>
        <p:spPr>
          <a:xfrm>
            <a:off x="11100816" y="579729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8" name="Shape 6"/>
          <p:cNvSpPr/>
          <p:nvPr/>
        </p:nvSpPr>
        <p:spPr>
          <a:xfrm>
            <a:off x="768096" y="33741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sp>
        <p:nvSpPr>
          <p:cNvPr id="9" name="Shape 7"/>
          <p:cNvSpPr/>
          <p:nvPr/>
        </p:nvSpPr>
        <p:spPr>
          <a:xfrm>
            <a:off x="11283696" y="3374136"/>
            <a:ext cx="109728" cy="109728"/>
          </a:xfrm>
          <a:prstGeom prst="ellipse">
            <a:avLst/>
          </a:prstGeom>
          <a:solidFill>
            <a:srgbClr val="D4AF37"/>
          </a:solidFill>
          <a:ln/>
        </p:spPr>
      </p:sp>
      <p:pic>
        <p:nvPicPr>
          <p:cNvPr id="10" name="Image 0" descr="am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685800"/>
            <a:ext cx="914400" cy="8229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57200" y="1737360"/>
            <a:ext cx="11247120" cy="822960"/>
          </a:xfrm>
          <a:prstGeom prst="rect">
            <a:avLst/>
          </a:prstGeom>
          <a:noFill/>
          <a:ln/>
          <a:effectLst>
            <a:outerShdw sx="100000" sy="100000" kx="0" ky="0" algn="bl" rotWithShape="0" blurRad="50800" dist="38100" dir="2700000">
              <a:srgbClr val="000000">
                <a:alpha val="6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spc="600" kern="0" dirty="0">
                <a:solidFill>
                  <a:srgbClr val="D4AF3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SEASON'S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457200" y="2377440"/>
            <a:ext cx="11247120" cy="914400"/>
          </a:xfrm>
          <a:prstGeom prst="rect">
            <a:avLst/>
          </a:prstGeom>
          <a:noFill/>
          <a:ln/>
          <a:effectLst>
            <a:outerShdw sx="100000" sy="100000" kx="0" ky="0" algn="bl" rotWithShape="0" blurRad="76200" dist="25400" dir="2700000">
              <a:srgbClr val="D4AF37">
                <a:alpha val="50000"/>
              </a:srgbClr>
            </a:outerShdw>
          </a:effectLst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i="1" spc="4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GREETINGS</a:t>
            </a:r>
            <a:endParaRPr lang="en-US" sz="5400" dirty="0"/>
          </a:p>
        </p:txBody>
      </p:sp>
      <p:sp>
        <p:nvSpPr>
          <p:cNvPr id="13" name="Shape 10"/>
          <p:cNvSpPr/>
          <p:nvPr/>
        </p:nvSpPr>
        <p:spPr>
          <a:xfrm>
            <a:off x="4480560" y="3429000"/>
            <a:ext cx="3200400" cy="0"/>
          </a:xfrm>
          <a:prstGeom prst="line">
            <a:avLst/>
          </a:prstGeom>
          <a:noFill/>
          <a:ln w="19050">
            <a:solidFill>
              <a:srgbClr val="D4AF3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94560" y="365760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E8E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 wishes for a season filled with peace, joy, and togetherness — from all of us at Aligarh Muslim University.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457200" y="5212080"/>
            <a:ext cx="11247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D4AF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 MUSLIM UNIVERSITY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FC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Aligarh, Uttar Pradesh, India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2026-08-11T18:53:32Z</dcterms:created>
  <dcterms:modified xsi:type="dcterms:W3CDTF">2026-08-11T18:53:32Z</dcterms:modified>
</cp:coreProperties>
</file>