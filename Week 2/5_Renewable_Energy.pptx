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F37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6D9F71"/>
              </a:solidFill>
              <a:effectLst/>
            </c:spPr>
          </c:dPt>
          <c:dPt>
            <c:idx val="4"/>
            <c:bubble3D val="0"/>
            <c:spPr>
              <a:solidFill>
                <a:srgbClr val="555555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Other Renewables</c:v>
                </c:pt>
                <c:pt idx="4">
                  <c:v>Fossil Fuels &amp; Nuclear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</c:v>
                </c:pt>
                <c:pt idx="1">
                  <c:v>11</c:v>
                </c:pt>
                <c:pt idx="2">
                  <c:v>15</c:v>
                </c:pt>
                <c:pt idx="3">
                  <c:v>6</c:v>
                </c:pt>
                <c:pt idx="4">
                  <c:v>56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with entrance animation on the headline and an embedded transition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audio" Target="../media/media-1-2.wav"/><Relationship Id="rId3" Type="http://schemas.microsoft.com/office/2007/relationships/media" Target="../media/media-1-2.wav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ea.org/reports/renewables-202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pic>
        <p:nvPicPr>
          <p:cNvPr id="4" name="Image 0" descr="am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04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6217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 MUSLIM UNIVERSITY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a Sustainable Future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4114800"/>
            <a:ext cx="20116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 Student  |  Department of Computer Science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12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Renewable Energy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990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fossil fuel reserves are running 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134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coal and oil drives climate change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2278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and wind costs have fallen over 80% since 2010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1422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 creates millions of new jobs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0566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independence reduces geopolitical risk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Energy: Powering a Sustainable Future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Electricity Generation Mix (2026 est.)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108960" y="1188720"/>
          <a:ext cx="5943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Energy: Powering a Sustainable Future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Renewable Energy Sources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5176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Typical Cost (per kWh)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Advantage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Limitation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Solar PV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$0.03 - 0.06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Scales from rooftop to utility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Intermittent, needs storage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Wind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$0.03 - 0.07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Low land footprint per MW offshore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Variable output, siting limits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5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Hydropower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$0.02 - 0.05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Reliable, dispatchable power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High upfront cost, ecological impact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Geothermal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$0.04 - 0.09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Constant, weather-independent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Location-dependent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Energy: Powering a Sustainable Future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Ahead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Grid-scale battery storage is closing the gap on intermittency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support and falling costs are accelerating adoption worldwide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choices — rooftop solar, efficiency — add up at scale</a:t>
            </a:r>
            <a:endParaRPr lang="en-US" sz="16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64008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more: IEA — Renewables Report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Energy: Powering a Sustainable Future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Renewable Energy: Powering a Sustainable Future</dc:title>
  <dc:subject>PptxGenJS Presentation</dc:subject>
  <dc:creator>AMU Student</dc:creator>
  <cp:lastModifiedBy>AMU Student</cp:lastModifiedBy>
  <cp:revision>1</cp:revision>
  <dcterms:created xsi:type="dcterms:W3CDTF">2026-08-11T18:55:47Z</dcterms:created>
  <dcterms:modified xsi:type="dcterms:W3CDTF">2026-08-11T18:55:47Z</dcterms:modified>
</cp:coreProperties>
</file>