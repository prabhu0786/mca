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Share of universities using AI tools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Rate (%)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27</c:v>
                </c:pt>
                <c:pt idx="2">
                  <c:v>39</c:v>
                </c:pt>
                <c:pt idx="3">
                  <c:v>52</c:v>
                </c:pt>
                <c:pt idx="4">
                  <c:v>66</c:v>
                </c:pt>
                <c:pt idx="5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Percent of institutions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with embedded chime sound and entrance animation on the title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audio" Target="../media/media-1-3.wav"/><Relationship Id="rId4" Type="http://schemas.microsoft.com/office/2007/relationships/media" Target="../media/media-1-3.wav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unesco.org/en/digital-education/artificial-intelligence" TargetMode="External"/><Relationship Id="rId2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am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8229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</a:t>
            </a:r>
            <a:endParaRPr lang="en-US" sz="1300" dirty="0"/>
          </a:p>
        </p:txBody>
      </p:sp>
      <p:pic>
        <p:nvPicPr>
          <p:cNvPr id="5" name="Image 1" descr="campus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0"/>
            <a:ext cx="4325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237744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Higher Education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40080" y="39319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Teaching, Learning &amp; Research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5760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 Student  |  Department of Computer Science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6080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1200" dirty="0"/>
          </a:p>
        </p:txBody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Matters in Universities</a:t>
            </a:r>
            <a:endParaRPr lang="en-US" sz="2600" dirty="0"/>
          </a:p>
        </p:txBody>
      </p:sp>
      <p:pic>
        <p:nvPicPr>
          <p:cNvPr id="4" name="Image 0" descr="am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109728"/>
            <a:ext cx="658368" cy="594360"/>
          </a:xfrm>
          <a:prstGeom prst="rect">
            <a:avLst/>
          </a:prstGeom>
        </p:spPr>
      </p:pic>
      <p:pic>
        <p:nvPicPr>
          <p:cNvPr id="5" name="Image 1" descr="campus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280160"/>
            <a:ext cx="3840480" cy="4937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463040"/>
            <a:ext cx="6949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learning paths adapt content to each student's pace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teaching assistants answer routine queries around the clock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help identify students at risk of dropping out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grading frees faculty time for mentorship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research tools accelerate literature review and data analysis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Higher Education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9436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Adoption Among Universities Worldwide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Higher Education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Applications Across the Campus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AI Application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Benefit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Admissions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Automated application screening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Faster, consistent shortlisting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Teaching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Adaptive learning platforms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Personalised pace and content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Library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AI search &amp; recommendation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Faster access to relevant resources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Research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Data mining &amp; literature review tools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Accelerated discovery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Administration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Chatbots for student queries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24/7 support, reduced workload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Higher Education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not replace teachers — it will augment their reach and impact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use, data privacy, and academic integrity must guide adoption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 can lead by piloting AI literacy courses across departments</a:t>
            </a:r>
            <a:endParaRPr lang="en-US" sz="16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64008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more: UNESCO — AI in Education</a:t>
            </a:r>
            <a:endParaRPr lang="en-US" sz="1400" dirty="0"/>
          </a:p>
        </p:txBody>
      </p:sp>
      <p:pic>
        <p:nvPicPr>
          <p:cNvPr id="5" name="Image 0" descr="campus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12480" y="914400"/>
            <a:ext cx="310896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Higher Education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in Higher Education</dc:title>
  <dc:subject>PptxGenJS Presentation</dc:subject>
  <dc:creator>AMU Student</dc:creator>
  <cp:lastModifiedBy>AMU Student</cp:lastModifiedBy>
  <cp:revision>1</cp:revision>
  <dcterms:created xsi:type="dcterms:W3CDTF">2026-08-11T18:55:06Z</dcterms:created>
  <dcterms:modified xsi:type="dcterms:W3CDTF">2026-08-11T18:55:06Z</dcterms:modified>
</cp:coreProperties>
</file>